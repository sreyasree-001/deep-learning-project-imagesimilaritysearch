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65" r:id="rId6"/>
    <p:sldId id="266" r:id="rId7"/>
    <p:sldId id="259" r:id="rId8"/>
    <p:sldId id="267" r:id="rId9"/>
    <p:sldId id="268" r:id="rId10"/>
    <p:sldId id="260" r:id="rId11"/>
    <p:sldId id="262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9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EFAE2C-5D6C-2053-0E64-CB7AD7AC560E}"/>
              </a:ext>
            </a:extLst>
          </p:cNvPr>
          <p:cNvSpPr txBox="1"/>
          <p:nvPr/>
        </p:nvSpPr>
        <p:spPr>
          <a:xfrm>
            <a:off x="981777" y="1020278"/>
            <a:ext cx="70264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u="none" strike="noStrike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Project: AI-Powered Image Similarity Search and Recommendation System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45917-172B-3AE4-6B37-CD6739A02A94}"/>
              </a:ext>
            </a:extLst>
          </p:cNvPr>
          <p:cNvSpPr txBox="1"/>
          <p:nvPr/>
        </p:nvSpPr>
        <p:spPr>
          <a:xfrm>
            <a:off x="2117558" y="2850370"/>
            <a:ext cx="4908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2599F-BA65-D52C-F91A-7A645832C6B5}"/>
              </a:ext>
            </a:extLst>
          </p:cNvPr>
          <p:cNvSpPr txBox="1"/>
          <p:nvPr/>
        </p:nvSpPr>
        <p:spPr>
          <a:xfrm>
            <a:off x="2281187" y="3226063"/>
            <a:ext cx="458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Sandipa Chakrabarty	(11600222137)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Anushka Polley	(11600222135)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Sreyasree Sasmal	(11600222119)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98F29-CB3A-118A-88CC-216450C05B8B}"/>
              </a:ext>
            </a:extLst>
          </p:cNvPr>
          <p:cNvSpPr txBox="1"/>
          <p:nvPr/>
        </p:nvSpPr>
        <p:spPr>
          <a:xfrm>
            <a:off x="1265722" y="5837722"/>
            <a:ext cx="661255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Department of Computer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Science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&amp; Engineering,</a:t>
            </a:r>
            <a:endParaRPr lang="en-US" sz="16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MCKV Institute of Engineering</a:t>
            </a:r>
            <a:endParaRPr lang="en-US" sz="1600" b="0" dirty="0">
              <a:effectLst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25D8474-5FD6-AEA4-6DBF-03FC99A9B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550" y="4742209"/>
            <a:ext cx="11049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58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80516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16613C-2275-1BAD-FDC1-A2582F1A9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8973" y="1859339"/>
            <a:ext cx="648605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increase in digital images across social media, e-commerce, and online libraries has made effective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retrieval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challenge.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search often fails because it cannot capture the actual visual content of images.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this, the project uses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ResNet-based CNN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high-dimensional visual embeddings from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Caltech-101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demonstrates the effectiveness of deep learning, for applications like product recommendations, digital archives, and visual content discovery.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62650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9D8CBE-66BE-BAE8-D6F7-B2C4C31E8D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4022" y="1953458"/>
            <a:ext cx="62759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high-performance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to detect visually similar images with precision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rich semantic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deep CNN backbone (ResNet50).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 a robust and searchable embedding space for all dataset images.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 top-K visually closest images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cosine similarity for accurate matching.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7436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D904D38-783E-3666-C055-4E146A6AC1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1698" y="2244352"/>
            <a:ext cx="65331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Caltech101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California Institute of Technology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Images: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8,677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vary between 40–800 per class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101 object categories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1 additional background class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Description: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Diverse real-world objects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 insects, vehicles, instruments, everyday items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92441F-65A9-329B-E3A7-55CEAD196950}"/>
              </a:ext>
            </a:extLst>
          </p:cNvPr>
          <p:cNvSpPr txBox="1"/>
          <p:nvPr/>
        </p:nvSpPr>
        <p:spPr>
          <a:xfrm>
            <a:off x="1908208" y="378411"/>
            <a:ext cx="53275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080C0-7696-639F-AA46-58E91645A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82" y="1422304"/>
            <a:ext cx="8659433" cy="433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A88958-7211-3CDC-63FF-4C5AA7E3B051}"/>
              </a:ext>
            </a:extLst>
          </p:cNvPr>
          <p:cNvSpPr txBox="1"/>
          <p:nvPr/>
        </p:nvSpPr>
        <p:spPr>
          <a:xfrm>
            <a:off x="1564103" y="5977289"/>
            <a:ext cx="6015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Fig: System Architecture of the Proposed Image Similarity Search Model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5098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D24F79-F98C-30CB-5B28-F4C42A996189}"/>
              </a:ext>
            </a:extLst>
          </p:cNvPr>
          <p:cNvSpPr txBox="1"/>
          <p:nvPr/>
        </p:nvSpPr>
        <p:spPr>
          <a:xfrm>
            <a:off x="1665170" y="646203"/>
            <a:ext cx="5813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FE325-058C-358A-B201-88D2B8531505}"/>
              </a:ext>
            </a:extLst>
          </p:cNvPr>
          <p:cNvSpPr txBox="1"/>
          <p:nvPr/>
        </p:nvSpPr>
        <p:spPr>
          <a:xfrm>
            <a:off x="895148" y="4874800"/>
            <a:ext cx="756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Torchvision transforms, PIL, PyTorch DataLoader, and NumPy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BCACC-E5B5-8B6F-9738-ED0437B177E7}"/>
              </a:ext>
            </a:extLst>
          </p:cNvPr>
          <p:cNvSpPr txBox="1"/>
          <p:nvPr/>
        </p:nvSpPr>
        <p:spPr>
          <a:xfrm>
            <a:off x="895148" y="1595763"/>
            <a:ext cx="69686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All images resized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 × 224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(ResNet input requirement).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Mean: [0.485, 0.456, 0.406]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Std: [0.229, 0.224, 0.225]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Training, 20%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Loaded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 DataLoader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batch size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Pipeline: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Resizing ,Tensor conversion , Normalization.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39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404965-1ED4-3AB9-43B0-ED7CAC205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141" y="1485513"/>
            <a:ext cx="7709837" cy="3527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 ResNet50 (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ImageNet),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Frozen base layers and fine-tuned top layers for better generalization.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Cross-Entropy loss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(1e-4)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Epochs: 20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Monitoring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Tracked training and validation accuracy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method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A6C83-6112-6CD1-4A9E-E80DBA7F9989}"/>
              </a:ext>
            </a:extLst>
          </p:cNvPr>
          <p:cNvSpPr txBox="1"/>
          <p:nvPr/>
        </p:nvSpPr>
        <p:spPr>
          <a:xfrm>
            <a:off x="664142" y="4883122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PyTorch, Torchvision (ResNet50), Adam optimizer, CrossEntropyLoss, and CUDA-enabled GPU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6C36-CC84-13A6-A1D2-27615584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&amp; Image Retrieval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8B3187-B792-3AEB-8CA0-34A957E169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084" y="1687749"/>
            <a:ext cx="799378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ResNet50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2048-dim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all images by resizing to 224×224 and applying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ImageNet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dataset and query embeddings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 mode without gradient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retrieved the top-5 most similar images.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query and retrieved results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Matplotlib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comparison.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PyTorch, Torchvision, NumPy, scikit-learn, Matplotlib, and CUDA GPU support.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98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836E-94D0-8D06-2DC5-C88A2032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090DEA-7C6F-B5A5-A041-AF2648E2C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035" t="14612" r="2047" b="19750"/>
          <a:stretch/>
        </p:blipFill>
        <p:spPr>
          <a:xfrm>
            <a:off x="359469" y="1636294"/>
            <a:ext cx="8698414" cy="32822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340EE1-E2E7-224C-14A7-7169C7B02CA8}"/>
              </a:ext>
            </a:extLst>
          </p:cNvPr>
          <p:cNvSpPr txBox="1"/>
          <p:nvPr/>
        </p:nvSpPr>
        <p:spPr>
          <a:xfrm>
            <a:off x="2425566" y="5313145"/>
            <a:ext cx="4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Fig: Top-5 similar images generated</a:t>
            </a:r>
          </a:p>
        </p:txBody>
      </p:sp>
    </p:spTree>
    <p:extLst>
      <p:ext uri="{BB962C8B-B14F-4D97-AF65-F5344CB8AC3E}">
        <p14:creationId xmlns:p14="http://schemas.microsoft.com/office/powerpoint/2010/main" val="2696349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67D5C-6251-941F-722B-6907FA0BC14C}"/>
              </a:ext>
            </a:extLst>
          </p:cNvPr>
          <p:cNvSpPr txBox="1"/>
          <p:nvPr/>
        </p:nvSpPr>
        <p:spPr>
          <a:xfrm>
            <a:off x="1400477" y="1581268"/>
            <a:ext cx="66895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96%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validation accuracy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after stable convergence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 Quality: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2048-dimensional feature vectors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high-level shapes, textures,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Retrieval: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Top-5 most similar images retrieved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scores nearly 0.95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Efficiency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retrieval using pre-computed embeddings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as NumPy arrays for quick access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Space Behavior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Similar-category images cluster closely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strong semantic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7400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B1087C-EE4A-54CF-EBA4-6E2089628E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7912" y="2097702"/>
            <a:ext cx="671843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image similarity and retrieval system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ResNet50 provided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and discriminative embeddings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enabled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efficient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comparisons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accuracy and strong clustering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Caltech-101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applications in: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engines, content search, visual discovery systems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1D1C77-6752-91BF-3ED9-A30EAE84F617}"/>
              </a:ext>
            </a:extLst>
          </p:cNvPr>
          <p:cNvSpPr txBox="1"/>
          <p:nvPr/>
        </p:nvSpPr>
        <p:spPr>
          <a:xfrm>
            <a:off x="2117558" y="2721758"/>
            <a:ext cx="4976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643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608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Introduction</vt:lpstr>
      <vt:lpstr>Objectives</vt:lpstr>
      <vt:lpstr>Dataset Details</vt:lpstr>
      <vt:lpstr>PowerPoint Presentation</vt:lpstr>
      <vt:lpstr>PowerPoint Presentation</vt:lpstr>
      <vt:lpstr>Model Training</vt:lpstr>
      <vt:lpstr>Feature Extraction &amp; Image Retrieval</vt:lpstr>
      <vt:lpstr>Sample Output</vt:lpstr>
      <vt:lpstr>Result and Observation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Sreyasree Sasmal</cp:lastModifiedBy>
  <cp:revision>3</cp:revision>
  <dcterms:created xsi:type="dcterms:W3CDTF">2013-01-27T09:14:16Z</dcterms:created>
  <dcterms:modified xsi:type="dcterms:W3CDTF">2025-11-15T16:51:18Z</dcterms:modified>
  <cp:category/>
</cp:coreProperties>
</file>